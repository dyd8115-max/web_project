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🐾  PawLog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8B4FE"/>
                </a:solidFill>
              </a:rPr>
              <a:t>반려동물 SNS 플랫폼  |  Web Programming 기말 프로젝트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411480"/>
            <a:ext cx="2011680" cy="50292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4297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202201505  이용건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34747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3474720" cy="4114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27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✨  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회원가입 / 로그인 (JWT 인증)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게시물 CRUD + 해시태그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사진 파일 직접 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632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좋아요 / 댓글 / 팔로우·언팔로우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832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팔로잉 피드 / 전체 피드 (페이지네이션)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사용자 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023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반려동물 프로필 CRUD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600200"/>
            <a:ext cx="3931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600200"/>
            <a:ext cx="3931920" cy="4114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6276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⚙️  기술 스택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1031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</a:rPr>
              <a:t>React 18 + Vite  |  Zustand  |  Tailwind CSS  |  React Router v6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788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</a:rPr>
              <a:t>Spring Boot 3.2  |  Spring Security  |  JWT  |  JPA  | 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4747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</a:rPr>
              <a:t>INFRA / CI·CD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</a:rPr>
              <a:t>Docker  |  Nginx Reverse Proxy  |  GitHub Actions  |  Render.com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1605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</a:rPr>
              <a:t>WEB STORAGE &amp;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434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</a:rPr>
              <a:t>localStorage: Refresh Token  |  Zustand 메모리: Access Token
Silent Refresh 패턴  |  PostgreSQL DBMS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1600200"/>
            <a:ext cx="37033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1600200"/>
            <a:ext cx="3703320" cy="4114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6276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🏗️  시스템 아키텍처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084831"/>
            <a:ext cx="3520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</a:rPr>
              <a:t>[ Browser (React + Vite) ]
         ↕  HTTP port 80
[ Nginx Reverse Proxy ]
   ↙                    ↘
[ Frontend ]   [ Backend ]
[ Static  ]    [ :8080 / JWT ]
                      ↕
         [ PostgreSQL :5432 ]
                      ↕
    [ GitHub Actions CI/CD 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126480"/>
            <a:ext cx="557784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1447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</a:rPr>
              <a:t>🌐  배포 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3367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https://pawlog-frontend.onrender.com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6126480"/>
            <a:ext cx="5760720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61447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</a:rPr>
              <a:t>📁  GitHub Repository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633679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https://github.com/dyd8115-max/Web_Project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